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naive fork copy cost, and the need for page-level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chemeClr val="accent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Copy-on-Write Memory Demonstrator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How Linux shares memory after fork() and copies it only on write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514600"/>
            <a:ext cx="1097280" cy="45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7432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Team Members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089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T. Jaswanth Reddy – 2520030284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T. Karthik – 2520030234</a:t>
            </a:r>
            <a:endParaRPr lang="en-US" sz="18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CH. Manikanta – 2520030239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Problem Statement: Copy-on-Write Memory Demonstrator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Copying a whole address space on every fork() is slow and wasteful, especially when the child calls exec() right away.</a:t>
            </a:r>
            <a:endParaRPr lang="en-US" sz="1600" dirty="0"/>
          </a:p>
        </p:txBody>
      </p:sp>
      <p:sp>
        <p:nvSpPr>
          <p:cNvPr id="4" name="card"/>
          <p:cNvSpPr/>
          <p:nvPr/>
        </p:nvSpPr>
        <p:spPr>
          <a:xfrm>
            <a:off x="457200" y="1828800"/>
            <a:ext cx="265176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828800"/>
            <a:ext cx="64008" cy="26517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The challenge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Show that parent and child share physical pages after fork(), and that a copy happens only on write.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828800"/>
            <a:ext cx="265176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828800"/>
            <a:ext cx="64008" cy="26517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Why values are not proof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28600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Equal or different values and virtual addresses cannot show physical sharing. We must observe the pages themselves.</a:t>
            </a:r>
            <a:endParaRPr lang="en-US" sz="1300" dirty="0"/>
          </a:p>
        </p:txBody>
      </p:sp>
      <p:sp>
        <p:nvSpPr>
          <p:cNvPr id="12" name="card"/>
          <p:cNvSpPr/>
          <p:nvPr/>
        </p:nvSpPr>
        <p:spPr>
          <a:xfrm>
            <a:off x="6035040" y="1828800"/>
            <a:ext cx="2651760" cy="26517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828800"/>
            <a:ext cx="64008" cy="26517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Objective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28600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Build a C tool on Linux that measures page-level sharing before and after a write.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System Design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19202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17373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1. fork()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5544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Parent creates child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2560320" y="1097280"/>
            <a:ext cx="19202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097280"/>
            <a:ext cx="64008" cy="173736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2. Share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15544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Same physical pages, marked read-only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663440" y="1097280"/>
            <a:ext cx="19202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097280"/>
            <a:ext cx="64008" cy="17373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3. Write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5544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Child store triggers page fault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766560" y="1097280"/>
            <a:ext cx="1920240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0" y="1097280"/>
            <a:ext cx="64008" cy="173736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4. Copy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155448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Kernel gives child a private page</a:t>
            </a:r>
            <a:endParaRPr lang="en-US" sz="1300" dirty="0"/>
          </a:p>
        </p:txBody>
      </p:sp>
      <p:sp>
        <p:nvSpPr>
          <p:cNvPr id="19" name="obs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2918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Observation layer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Snapshot at each step: page frame number (/proc/self/pagemap), Private/Shared counts (/proc/self/smaps), minor page faults (getrusage). wait() orders parent and child.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Implementation Approach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Allocate a page-aligned buffer (mmap) and write 100 into it before fork()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fork(); both processes read the value and record the page frame number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Child writes 200; record frame number, smaps and fault count again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Parent calls wait(), then re-reads its own copy (still 100)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Compare snapshots and print a before/after report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5486400" y="1097280"/>
            <a:ext cx="3200400" cy="3291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1097280"/>
            <a:ext cx="64008" cy="32918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0" y="1188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Key idea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55448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Translate a virtual address to its physical frame via pagemap. Same frame = shared. Frame changes after the write = Copy-on-Write happened.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Technologies Used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5303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Technology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 programming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Implement the demonstration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Linux / Ubuntu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Run parent and child processes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fork()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Create the child process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wait()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Synchronize parent and child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/proc (pagemap, smaps)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Observe physical pages and sharing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strace / perf (optional)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Trace page-fault behavior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Testing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560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we check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Pass criteria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Value isolation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Parent and child values after the write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Parent 100, child 200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Shared after fork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Frame numbers before any write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Identical in both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Copy on write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Child frame number after the write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Differs from parent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Read-only control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Child only reads the page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Frames stay shared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Fault count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Minor faults around the write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Increase on the writer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Reading frame numbers needs root on modern kernels; run with sudo.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Results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2103120"/>
                <a:gridCol w="21945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Parent page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Child page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After fork()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Frame A, value 100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Frame A, value 100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Shared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Child writes 200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Frame A, value 100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Frame B, value 200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Private copy made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Parent final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Frame A, value 100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Frame B, value 200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Independent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card"/>
          <p:cNvSpPr/>
          <p:nvPr/>
        </p:nvSpPr>
        <p:spPr>
          <a:xfrm>
            <a:off x="457200" y="3337560"/>
            <a:ext cx="402336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7200" y="3337560"/>
            <a:ext cx="64008" cy="11887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Expected outcome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Only the written page is copied; all untouched pages stay shared.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663440" y="3337560"/>
            <a:ext cx="402336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3337560"/>
            <a:ext cx="64008" cy="118872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34290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Note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4846320" y="37947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Frames A and B are placeholders; real numbers vary per run.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Impact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64008" cy="292608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Efficiency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Fork avoids copying untouched memory, saving RAM and time.</a:t>
            </a:r>
            <a:endParaRPr lang="en-US" sz="1300" dirty="0"/>
          </a:p>
        </p:txBody>
      </p:sp>
      <p:sp>
        <p:nvSpPr>
          <p:cNvPr id="7" name="card"/>
          <p:cNvSpPr/>
          <p:nvPr/>
        </p:nvSpPr>
        <p:spPr>
          <a:xfrm>
            <a:off x="3246120" y="1188720"/>
            <a:ext cx="26517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46120" y="1188720"/>
            <a:ext cx="64008" cy="29260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Learning value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6459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Makes an invisible kernel mechanism observable at page level.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035040" y="1188720"/>
            <a:ext cx="2651760" cy="29260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1188720"/>
            <a:ext cx="64008" cy="2926080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Real-world use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1645920"/>
            <a:ext cx="2377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Underpins fast process creation, shells, servers and snapshotting.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W">
  <a:themeElements>
    <a:clrScheme name="COW">
      <a:dk1>
        <a:srgbClr val="1F2937"/>
      </a:dk1>
      <a:lt1>
        <a:srgbClr val="FFFFFF"/>
      </a:lt1>
      <a:dk2>
        <a:srgbClr val="0F3D5E"/>
      </a:dk2>
      <a:lt2>
        <a:srgbClr val="EEF3F7"/>
      </a:lt2>
      <a:accent1>
        <a:srgbClr val="0E8F8E"/>
      </a:accent1>
      <a:accent2>
        <a:srgbClr val="E08A00"/>
      </a:accent2>
      <a:accent3>
        <a:srgbClr val="3B6FB6"/>
      </a:accent3>
      <a:accent4>
        <a:srgbClr val="7C5CBF"/>
      </a:accent4>
      <a:accent5>
        <a:srgbClr val="C2410C"/>
      </a:accent5>
      <a:accent6>
        <a:srgbClr val="4B5563"/>
      </a:accent6>
      <a:hlink>
        <a:srgbClr val="0E8F8E"/>
      </a:hlink>
      <a:folHlink>
        <a:srgbClr val="7C5CBF"/>
      </a:folHlink>
    </a:clrScheme>
    <a:fontScheme name="COW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2026-10-16T15:18:59Z</dcterms:created>
  <dcterms:modified xsi:type="dcterms:W3CDTF">2026-10-16T15:18:59Z</dcterms:modified>
</cp:coreProperties>
</file>